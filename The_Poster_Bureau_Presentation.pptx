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title_17737629986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THE POSTER BUREAU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BD5E1"/>
                </a:solidFill>
                <a:latin typeface="Calibri"/>
              </a:defRPr>
            </a:pPr>
            <a:r>
              <a:t>A Premium Anime Poster E-Commerce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Full-Stack Web Development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homepage_1773763078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Calibri"/>
              </a:defRPr>
            </a:pPr>
            <a:r>
              <a:t>WHAT IS THE POSTER BUREAU?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 A story-driven anime poster storefront with poster vault, store, discover &amp; help center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features_17737630366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✦ Poster Vault  •  ✦ Store &amp; Merch  •  ✦ Discover Page  •  ✦ Admin Panel  •  ✦ User Auth  •  ✦ Cart &amp; Checkout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architecture_17737630165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Client (HTML/CSS/JS)  →  REST API  →  Node.js/Express Server  →  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techstack_17737630578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HTML5  •  CSS3  •  JavaScript  •  TailwindCSS  •  Node.js  •  Express.js  •  MongoDB  •  JWT  •  GSAP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9731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164592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Browse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Explore poster vault &amp; store with categories</a:t>
            </a:r>
          </a:p>
        </p:txBody>
      </p:sp>
      <p:sp>
        <p:nvSpPr>
          <p:cNvPr id="6" name="Oval 5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Click any product → detailed product page</a:t>
            </a:r>
          </a:p>
        </p:txBody>
      </p:sp>
      <p:sp>
        <p:nvSpPr>
          <p:cNvPr id="9" name="Oval 8"/>
          <p:cNvSpPr/>
          <p:nvPr/>
        </p:nvSpPr>
        <p:spPr>
          <a:xfrm>
            <a:off x="8046719" y="164592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79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79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Add items, adjust quantity, view subtotal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20624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617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Register/Login with JWT-secured accounts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420624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Checkout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617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Complete order with shipping details</a:t>
            </a:r>
          </a:p>
        </p:txBody>
      </p:sp>
      <p:sp>
        <p:nvSpPr>
          <p:cNvPr id="18" name="Oval 17"/>
          <p:cNvSpPr/>
          <p:nvPr/>
        </p:nvSpPr>
        <p:spPr>
          <a:xfrm>
            <a:off x="8046719" y="420624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79" y="4251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79" y="4617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Manage catalog, users &amp; orders via admin 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97316"/>
                </a:solidFill>
                <a:latin typeface="Calibri"/>
              </a:defRPr>
            </a:pPr>
            <a:r>
              <a:t>PROJECT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🏠 Homepage — Hero section, poster vault preview, store preview, discover jumps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🎨 Poster Vault — All posters with search, filter by series, sort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🛍️ Store — Merch-only: manga, bottles, bags, keychains, 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231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🧭 Discover — Browse by anime series with big visual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📦 Product Page — Full product detail, add to cart, related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3832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🛒 Cart &amp; Checkout — Slide-out cart panel, checkout with order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👤 Account — Login, register, view orders, manage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43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⚙️ Admin Panel — CRUD for products, user management, order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📞 Contact — Contact form and support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035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Calibri"/>
              </a:defRPr>
            </a:pPr>
            <a:r>
              <a:t>❓ Help Center — FAQ, shipping info, terms of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future_17737630969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🤖 AI Recommendations  •  💳 Payment Gateway  •  📱 Mobile App  •  🔔 Real-time Notifications  •  🌐 Social Sharing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thankyou_177376311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BD5E1"/>
                </a:solidFill>
                <a:latin typeface="Calibri"/>
              </a:defRPr>
            </a:pPr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